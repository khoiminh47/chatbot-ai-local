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 code VECTOR-2048 uses vectors with 2048 dimensions.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RabbitMQ carries document ingestion jobs asynchronously.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