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Onboarding code START-09 begins at exactly 09:00 local time.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 staff collect equipment from service desk B2.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